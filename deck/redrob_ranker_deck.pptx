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Candidate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&amp; Ranking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100,000 candidates the way a great recruiter would — beyond keyword filters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241280" y="548640"/>
            <a:ext cx="1463040" cy="146304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1188720"/>
            <a:ext cx="822960" cy="82296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Redrob AI Hackathon — Senior AI Engineer Role  |  Team: redrob-ranker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Keyword Matching Lies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DEFE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 Built Into This Dataset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candidate titled "Marketing Manager" lists 9 AI keywords as skills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production AI experience in their career history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Keyword-based ATS systems rank them in the top 10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ML engineer who never wrote "RAG" or "Pinecone" gets buried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EAFB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645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JD Actually Asks For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19456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GAP between what's said and what's meant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history shows real production ML/ranking/retrieval work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Down-weight perfect-on-paper but inactive candidates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Penalize consulting-only careers &amp; job-hoppers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Approach: Multi-Signal Weighted Ranking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 calls. No GPU. Pure Python on CPU. ~15 seconds for 100,000 candidates.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014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2651760"/>
            <a:ext cx="1636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Skill Match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Proficiency, endorsements, duration, assessment scores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96312" y="173736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67812" y="19202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2496312" y="19202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9464" y="2651760"/>
            <a:ext cx="1636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Fit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87752" y="30632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alignment, AI-role ratio, product vs consulting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43984" y="173736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15484" y="1920240"/>
            <a:ext cx="640080" cy="640080"/>
          </a:xfrm>
          <a:prstGeom prst="ellipse">
            <a:avLst/>
          </a:prstGeom>
          <a:solidFill>
            <a:srgbClr val="5B6FD6"/>
          </a:solidFill>
          <a:ln/>
        </p:spPr>
      </p:sp>
      <p:sp>
        <p:nvSpPr>
          <p:cNvPr id="16" name="Text 14"/>
          <p:cNvSpPr/>
          <p:nvPr/>
        </p:nvSpPr>
        <p:spPr>
          <a:xfrm>
            <a:off x="4443984" y="19202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17136" y="2651760"/>
            <a:ext cx="1636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Signals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35424" y="30632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Recency, response rate, GitHub activity, notice period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391656" y="173736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63156" y="1920240"/>
            <a:ext cx="640080" cy="64008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1" name="Text 19"/>
          <p:cNvSpPr/>
          <p:nvPr/>
        </p:nvSpPr>
        <p:spPr>
          <a:xfrm>
            <a:off x="6391656" y="19202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64808" y="2651760"/>
            <a:ext cx="1636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83096" y="30632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tier + degree relevance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339328" y="173736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10828" y="1920240"/>
            <a:ext cx="640080" cy="64008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19202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0" y="2651760"/>
            <a:ext cx="1636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30768" y="30632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Pune/Noida preferred, India, relocation flag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287000" y="173736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858500" y="1920240"/>
            <a:ext cx="640080" cy="64008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1" name="Text 29"/>
          <p:cNvSpPr/>
          <p:nvPr/>
        </p:nvSpPr>
        <p:spPr>
          <a:xfrm>
            <a:off x="10287000" y="19202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360152" y="2651760"/>
            <a:ext cx="1636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Nice-to-have Skills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78440" y="30632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XGBoost, LangChain, distributed systems, etc.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8640" y="3931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DEFE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Keyword Stuffing Penalty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206240" y="40690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listed skills but low average endorsements per skill → penalty applied to final score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2960" y="507492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Score = (0.35 × Skills) + (0.30 × Career) + (0.20 × Behavioral) + (0.05 × Education) + (0.05 × Location) + (0.05 × Nice-to-have) − Stuffing Penalty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Scoring: Trust, Don't Just Count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skill is weighted by signals that indicate REAL expertise, not just a listed word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37744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Proficiency level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 &gt; Intermediate &gt; Beginner — self-reported but a real signal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Endorsements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Capped at 50; high endorsements = peer validation of real skill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 of use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Capped at 3 years; longer use = deeper familiarity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assessment score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+20% bonus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Redrob's own tested score — strongest trust signal available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8912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EAFB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4572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7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Stuffing Detector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candidate lists 10+ skills AND their average endorsements per skill is low →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= max(0, 0.3 − (avg_endorsements/50) × 0.3) subtracted from final score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Fit: Reading Between the Lines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361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Alignment (35%)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— ML/AI Engineer, Data Scientist, NLP/Search/Ranking Engineer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 — Generic "Engineer" or "Scientist" titles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 — Marketing/HR/Accountant/Sales/Ops Manager etc. (JD disqualifiers)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5361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Experience Ratio (30%)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total career months spent in AI/ML-relevant roles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via title keywords AND job description text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67%+ of career in AI roles → full score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40507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vs Consulting (20%)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5262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career at non-consulting companies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TCS/Infosys/Wipro/Accenture/Cognizant/Capgemini/HCL flagged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Entirely consulting-only career → −0.4 penalty (per JD)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388620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40507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Experience (15%)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45262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5-9 yrs → 1.0  (JD's stated sweet spot)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4-5 yrs → 0.8   |   9-12 yrs → 0.7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Job-hopping (avg tenure &lt; 12mo) → up to −0.3 penalty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Signals: Is This Person Even Available?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perfect-on-paper candidate who hasn't logged in for 6 months and has 5% recruiter response rate is, for hiring purposes, not actually available." — JD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AFB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57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≤30 days = 1.0, &gt;365 days = 0.1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9202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0F0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2057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34840" y="2514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 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34840" y="28803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true = 1.0, false = 0.3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19202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AFB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0" y="2057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38160" y="2514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38160" y="28803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recruiter response rate value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0F0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Completeness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Redrob's completeness score / 100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36576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AFB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3484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34840" y="4251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Activity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34840" y="46177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signal for engineers specifically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36576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0F0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3816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138160" y="4251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Period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38160" y="46177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≤30 days = 1.0 (JD prefers fast joiners)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3949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AFB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5532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31520" y="5989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63550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phone verified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Top Candidates from 100,000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237744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Candidate 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Profile Summary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CAND_0002025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0.6916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Senior AI Engineer, 5.9 yrs — strong core skill + career fit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CAND_0086022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0.6852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Senior Applied Scientist, 5.3 yrs — highest skill match (0.76)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CAND_0046064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Senior NLP Engineer, 8.9 yrs — within ideal experience band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CAND_0048558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Scientist, 6.7 yrs — strong career &amp; behavioral signals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CAND_0071974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Senior AI Engineer, 7.8 yrs — well-rounded profile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02336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8640" y="41605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0.69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4846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Score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29000" y="402336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429000" y="41605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0.36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429000" y="4846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P90 Score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402336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09360" y="41605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0.27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309360" y="4846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Score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89720" y="402336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89720" y="41605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sec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9189720" y="4846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(100K)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distribution shows a clear, meaningful gradient — not a flat distribution of false positives. The system found a narrow band of strong matches, exactly as the JD expects ("10 great matches, not 1000 maybes").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Constraints That Matter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network during ranking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8470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API calls. Fully offline scoring.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514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GPU required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34440" y="28986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Python + standard library logic.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566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&amp; reproducible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34440" y="39502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seconds for 100K candidates, deterministic output.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by design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50017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candidate gets a human-readable reasoning string.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14630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151C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16459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in one command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2194560"/>
            <a:ext cx="4663440" cy="1645920"/>
          </a:xfrm>
          <a:prstGeom prst="rect">
            <a:avLst/>
          </a:prstGeom>
          <a:solidFill>
            <a:srgbClr val="0C12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rank.py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--candidates candidates.jsonl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 submission.csv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--top 100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40233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submission.csv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candidate_id, rank, score, reasoning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4846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Files: rank.py · requirements.txt · submission_metadata.yaml · README.md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redrob-ranker  |  Redrob AI Hackathon — Intelligent Candidate Discovery &amp; Ranking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Candidate Discovery &amp; Ranking</dc:title>
  <dc:subject>PptxGenJS Presentation</dc:subject>
  <dc:creator>Redrob Ranker Team</dc:creator>
  <cp:lastModifiedBy>Redrob Ranker Team</cp:lastModifiedBy>
  <cp:revision>1</cp:revision>
  <dcterms:created xsi:type="dcterms:W3CDTF">2026-06-12T08:42:12Z</dcterms:created>
  <dcterms:modified xsi:type="dcterms:W3CDTF">2026-06-12T08:42:12Z</dcterms:modified>
</cp:coreProperties>
</file>